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F6E5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D85A3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PROPOSAL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Outpatient Wait Times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Predictive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Mindtone Mental Health Clinic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1280160" cy="36576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  ·  Task 5 Final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wait times &amp; root causes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1EFE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long waits cost the clinic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predictive scheduling works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1EFE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&amp; projected impact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40690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1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26280" y="4846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5303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clinic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40690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1EFE8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75320" y="4846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investment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5303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cost, risk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are waiting too long,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26.0 min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departments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AECE7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49.0 min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90th-percentile wait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10 patients wait this long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09944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share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source of queue disruption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72016" y="2971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wait vs. off-peak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72016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&amp; late afternoon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6-month analysis of 2,976 outpatient visit records at Mindtone.</a:t>
            </a:r>
            <a:endParaRPr lang="en-US" sz="1100" dirty="0"/>
          </a:p>
        </p:txBody>
      </p:sp>
      <p:pic>
        <p:nvPicPr>
          <p:cNvPr id="21" name="Image 0" descr="/home/claude/project/results/wait_tim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92040"/>
            <a:ext cx="5760720" cy="1508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5394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distribution today: a long tail of 45–90+ minute waits drives complaints and no-shows.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HAPPENING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root causes behind the delay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691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assume a fixed consultation length, regardless of doctor or department.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walk-ins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5328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are inserted into the queue with no load-aware routing.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741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concentration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3741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cluster at midday and late afternoon, creating predictable bottlenecks.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15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visibility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2153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staff nor patients can see a real-time wait estimate.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056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reactive staffing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50566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staffing is fixed, not adjusted to predicted daily load.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long waits are costing the clinic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experience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unpredictable waits are the #1 complaint in patient feedback.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&amp; abandonment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leave unseen when they can't see a live wait estimate.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strain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and clinical staff absorb the pressure of an unmanaged queue.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36876" y="4069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D85A30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65476" y="4297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65476" y="4800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unseen or non-rebooking patient is lost revenue and lost outcomes.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3348" y="4069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D85A30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41948" y="4297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exposure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1948" y="48006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clinics offering live wait visibility are a growing threat.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outpatient flow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Mindtone's Psychiatry, Counseling, and Addiction Therapy departments.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EFE8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prediction engine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each patient's expected wait in real time, using queue depth, staffing, and doctor pace.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EFE8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77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load optimizer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99432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walk-ins to the least-loaded doctor and proactively smooths peak-hour bottlenecks.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1EFE8"/>
          </a:solidFill>
          <a:ln w="19050">
            <a:solidFill>
              <a:srgbClr val="0850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2377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85041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75904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staff dashboards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75904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wait estimates and queue health to patients, front desk, and clinicians.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check-in to consultation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checks 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kiosk, or front desk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3319272"/>
            <a:ext cx="320040" cy="219456"/>
          </a:xfrm>
          <a:prstGeom prst="rightArrow">
            <a:avLst/>
          </a:prstGeom>
          <a:solidFill>
            <a:srgbClr val="D85A30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27432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085041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wait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from live queue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3319272"/>
            <a:ext cx="320040" cy="219456"/>
          </a:xfrm>
          <a:prstGeom prst="rightArrow">
            <a:avLst/>
          </a:prstGeom>
          <a:solidFill>
            <a:srgbClr val="D85A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7432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rebalances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routed, peak hours smoothed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0" y="3319272"/>
            <a:ext cx="320040" cy="219456"/>
          </a:xfrm>
          <a:prstGeom prst="rightArrow">
            <a:avLst/>
          </a:prstGeom>
          <a:solidFill>
            <a:srgbClr val="D85A30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27432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085041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8116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is informed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8116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wait estimate + SMS/app updates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feedback loop retrains the model on a rolling schedule as new outcomes are logged, so accuracy keeps improving.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project/resul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model is accurate</a:t>
            </a:r>
            <a:endParaRPr lang="en-US" sz="3000" dirty="0"/>
          </a:p>
        </p:txBody>
      </p:sp>
      <p:pic>
        <p:nvPicPr>
          <p:cNvPr id="4" name="Image 0" descr="/home/claude/project/result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480560" cy="44805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37360"/>
          <a:ext cx="6126480" cy="1463040"/>
        </p:xfrm>
        <a:graphic>
          <a:graphicData uri="http://schemas.openxmlformats.org/drawingml/2006/table">
            <a:tbl>
              <a:tblPr/>
              <a:tblGrid>
                <a:gridCol w="1531620"/>
                <a:gridCol w="1531620"/>
                <a:gridCol w="1531620"/>
                <a:gridCol w="15316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0" y="34290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was selected as the production model: on held-out data it predicts wait time within about 5 minutes on average, explaining 85% of the variation in actual wait times — and trains 4–8x faster than the alternatives, which matters for scheduled retraining.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02920" y="6080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wait time on the held-out test set — points cluster tightly around the diagonal.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wait time</a:t>
            </a:r>
            <a:endParaRPr lang="en-US" sz="3000" dirty="0"/>
          </a:p>
        </p:txBody>
      </p:sp>
      <p:pic>
        <p:nvPicPr>
          <p:cNvPr id="4" name="Image 0" descr="/home/claude/project/resul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40080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business diagnosis: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23760" y="23317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ahead in queue is the single strongest predictor.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on duty and average service time matter more than any patient attribute.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load and time of day are meaningful secondary factors.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and demographics have almost no effect — the bottleneck is operational, not clinical.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results: current vs. AI-optimized</a:t>
            </a:r>
            <a:endParaRPr lang="en-US" sz="3000" dirty="0"/>
          </a:p>
        </p:txBody>
      </p:sp>
      <p:pic>
        <p:nvPicPr>
          <p:cNvPr id="4" name="Image 0" descr="/home/claude/project/results/wait_time_by_h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66751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7373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E1F5EE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9019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-28.6%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266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2668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 → 18.5 minutes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6576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AECE7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3822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-30.2%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726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90th-percentile wait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2668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 → 34.2 minutes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14-week rollout, Mindtone Mental Health Clinic</a:t>
            </a:r>
            <a:endParaRPr lang="en-US" sz="3000" dirty="0"/>
          </a:p>
        </p:txBody>
      </p:sp>
      <p:pic>
        <p:nvPicPr>
          <p:cNvPr id="4" name="Image 0" descr="/home/claude/project/results/timeline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cost summary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18288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0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development (pilot build, 9 phases)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$75,200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costs — 11 months post-pilot ($1,850/mo)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total investment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$95,550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monthly breakdown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&amp; infrastructure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5488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864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&amp; retraining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48646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248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gateway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54880" y="52486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632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5632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0" y="182880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085041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sound investment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0" y="27432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department first — validate before full spend commitment.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28–30% wait-time reduction directly targets the top patient complaint.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extends to Counseling and Addiction Therapy — no separate build per department.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no-shows and abandonment recover revenue currently being lost.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watching, and 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AECE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during discovery; minimum viable fields defined before build.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7432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technical discovery with Mindtone's IT team; export-based fallback available.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94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privacy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7947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fields only — no clinical notes; encryption + role-based access.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46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4884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adoption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48463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involved in pilot design; human override on every recommendation.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register (technical, operational, compliance, financial) is provided in the Risk Analysis document.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F6E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start with a focused pilot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 &amp; data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313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discovery at Mindtone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validate the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31821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Mindtone's real historical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department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050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wait-time reduction directly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919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departments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9194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department-specific configuration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Mindtone Mental Health Clinic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2026-07-31T10:02:33Z</dcterms:created>
  <dcterms:modified xsi:type="dcterms:W3CDTF">2026-07-31T10:02:33Z</dcterms:modified>
</cp:coreProperties>
</file>